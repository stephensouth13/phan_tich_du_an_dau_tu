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350" r:id="rId3"/>
    <p:sldId id="337" r:id="rId4"/>
    <p:sldId id="336" r:id="rId5"/>
    <p:sldId id="338" r:id="rId6"/>
    <p:sldId id="339" r:id="rId7"/>
    <p:sldId id="340" r:id="rId8"/>
    <p:sldId id="341" r:id="rId9"/>
    <p:sldId id="342" r:id="rId10"/>
    <p:sldId id="343" r:id="rId11"/>
    <p:sldId id="344" r:id="rId12"/>
    <p:sldId id="345" r:id="rId13"/>
    <p:sldId id="346" r:id="rId14"/>
    <p:sldId id="347" r:id="rId15"/>
    <p:sldId id="348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>
      <p:cViewPr varScale="1">
        <p:scale>
          <a:sx n="70" d="100"/>
          <a:sy n="70" d="100"/>
        </p:scale>
        <p:origin x="1410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75D5FB-8778-40E2-8333-351A05EAE7EE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EAA6F8-58BE-4C46-A68C-97E03AF842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396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9296F-D9BC-4DE3-B114-9456789DE42B}" type="datetime1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Đặng Văn Thanh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FCDED-1E5E-4654-9E00-2C062F527C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317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noFill/>
        </p:spPr>
        <p:txBody>
          <a:bodyPr>
            <a:normAutofit/>
          </a:bodyPr>
          <a:lstStyle>
            <a:lvl1pPr algn="l">
              <a:defRPr sz="40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7D41F-916A-40B8-AB8A-657B03FB70F9}" type="datetime1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Đặng Văn Thanh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FCDED-1E5E-4654-9E00-2C062F527C2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41194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EB661-5D6A-4316-939D-91C24EFC0F6D}" type="datetime1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Đặng Văn Thanh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FCDED-1E5E-4654-9E00-2C062F527C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14746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346C7-86B2-4370-BD63-9B34FEE6A17B}" type="datetime1">
              <a:rPr lang="en-US" smtClean="0"/>
              <a:t>10/9/2025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Đặng Văn Thanh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FCDED-1E5E-4654-9E00-2C062F527C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6224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A3B4D-80F4-4B12-84DF-B165963D892A}" type="datetime1">
              <a:rPr lang="en-US" smtClean="0"/>
              <a:t>10/9/2025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Đặng Văn Thanh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FCDED-1E5E-4654-9E00-2C062F527C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7106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4387D-3296-468A-B705-4A4F61BD4178}" type="datetime1">
              <a:rPr lang="en-US" smtClean="0"/>
              <a:t>10/9/2025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Đặng Văn Thanh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FCDED-1E5E-4654-9E00-2C062F527C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87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07141-06AE-4767-9858-A1BA6090BEA7}" type="datetime1">
              <a:rPr lang="en-US" smtClean="0"/>
              <a:t>10/9/2025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Đặng Văn Thanh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FCDED-1E5E-4654-9E00-2C062F527C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909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BB9FB-0F62-4327-9583-7DAFEC2D829D}" type="datetime1">
              <a:rPr lang="en-US" smtClean="0"/>
              <a:t>10/9/2025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Đặng Văn Thanh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FCDED-1E5E-4654-9E00-2C062F527C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568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4B908-3660-43DE-8BDF-470453D2169C}" type="datetime1">
              <a:rPr lang="en-US" smtClean="0"/>
              <a:t>10/9/2025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Đặng Văn Thanh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FCDED-1E5E-4654-9E00-2C062F527C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9102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56417-5E38-4448-8A08-D5DEB6E5BB81}" type="datetime1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Đặng Văn Thanh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FCDED-1E5E-4654-9E00-2C062F527C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3281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A6CF7-9E02-421D-B9C8-34E451924BC9}" type="datetime1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Đặng Văn Thanh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FCDED-1E5E-4654-9E00-2C062F527C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4719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7000E9-37C2-4347-B600-FFF1AE356E9E}" type="datetime1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Đặng Văn Thanh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0FCDED-1E5E-4654-9E00-2C062F527C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874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99592" y="1340768"/>
            <a:ext cx="7427168" cy="2362200"/>
          </a:xfrm>
        </p:spPr>
        <p:txBody>
          <a:bodyPr>
            <a:normAutofit/>
          </a:bodyPr>
          <a:lstStyle/>
          <a:p>
            <a:br>
              <a:rPr lang="en-US" sz="3600" b="1" dirty="0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</a:br>
            <a:r>
              <a:rPr lang="en-US" sz="3600" b="1" dirty="0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3600" b="1" dirty="0">
                <a:solidFill>
                  <a:srgbClr val="00206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HƯỚNG DẪN THỰC HIỆN </a:t>
            </a:r>
            <a:br>
              <a:rPr lang="en-US" sz="3600" b="1" dirty="0">
                <a:solidFill>
                  <a:srgbClr val="00206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</a:br>
            <a:r>
              <a:rPr lang="en-US" sz="3600" b="1" dirty="0">
                <a:solidFill>
                  <a:srgbClr val="00206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BÀI TẬP NHÓM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C8B3A6-5B45-0630-6B53-2A0446D1D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38672-0020-417F-9BFA-0CAE1C52D28B}" type="datetime1">
              <a:rPr lang="en-US" smtClean="0"/>
              <a:t>10/9/2025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DE55D4-B559-0C99-DEB0-54A946C8F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Đặng Văn Thanh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56B18D-ACB2-968D-1F22-13516EE97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FCDED-1E5E-4654-9E00-2C062F527C2C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4266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3528" y="27992"/>
            <a:ext cx="8534400" cy="864096"/>
          </a:xfrm>
        </p:spPr>
        <p:txBody>
          <a:bodyPr>
            <a:normAutofit fontScale="90000"/>
          </a:bodyPr>
          <a:lstStyle/>
          <a:p>
            <a:br>
              <a:rPr lang="en-US" sz="3600" b="1" dirty="0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</a:br>
            <a:r>
              <a:rPr lang="en-US" sz="3600" b="1" dirty="0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3600" b="1" dirty="0">
                <a:solidFill>
                  <a:srgbClr val="00206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HƯỚNG DẪN THỰC HIỆN BÀI TẬP NHÓM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B10ACFD-D4F0-42E6-8E6C-D89E362D9CE7}"/>
              </a:ext>
            </a:extLst>
          </p:cNvPr>
          <p:cNvSpPr txBox="1">
            <a:spLocks/>
          </p:cNvSpPr>
          <p:nvPr/>
        </p:nvSpPr>
        <p:spPr>
          <a:xfrm>
            <a:off x="323528" y="1196752"/>
            <a:ext cx="8534400" cy="58326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br>
              <a:rPr lang="en-US" sz="3600" b="1" dirty="0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</a:br>
            <a:r>
              <a:rPr lang="en-US" sz="3600" b="1" dirty="0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3C6A3A0-83AE-40CB-A10B-60F17C1815FC}"/>
              </a:ext>
            </a:extLst>
          </p:cNvPr>
          <p:cNvSpPr txBox="1">
            <a:spLocks/>
          </p:cNvSpPr>
          <p:nvPr/>
        </p:nvSpPr>
        <p:spPr>
          <a:xfrm>
            <a:off x="1187624" y="1484784"/>
            <a:ext cx="7596336" cy="43924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14350" indent="-514350" algn="l">
              <a:buAutoNum type="arabicPeriod"/>
            </a:pPr>
            <a:r>
              <a:rPr lang="en-US" sz="2900" dirty="0" err="1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Xác</a:t>
            </a:r>
            <a:r>
              <a:rPr lang="en-US" sz="2900" dirty="0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định</a:t>
            </a:r>
            <a:r>
              <a:rPr lang="en-US" sz="2900" dirty="0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dự</a:t>
            </a:r>
            <a:r>
              <a:rPr lang="en-US" sz="2900" dirty="0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án</a:t>
            </a:r>
            <a:r>
              <a:rPr lang="en-US" sz="2900" dirty="0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,</a:t>
            </a:r>
          </a:p>
          <a:p>
            <a:pPr marL="514350" indent="-514350" algn="l">
              <a:buAutoNum type="arabicPeriod"/>
            </a:pPr>
            <a:r>
              <a:rPr lang="en-US" sz="2900" dirty="0" err="1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Xác</a:t>
            </a:r>
            <a:r>
              <a:rPr lang="en-US" sz="2900" dirty="0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định</a:t>
            </a:r>
            <a:r>
              <a:rPr lang="en-US" sz="2900" dirty="0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sản</a:t>
            </a:r>
            <a:r>
              <a:rPr lang="en-US" sz="2900" dirty="0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phẩm</a:t>
            </a:r>
            <a:r>
              <a:rPr lang="en-US" sz="2900" dirty="0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của</a:t>
            </a:r>
            <a:r>
              <a:rPr lang="en-US" sz="2900" dirty="0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dự</a:t>
            </a:r>
            <a:r>
              <a:rPr lang="en-US" sz="2900" dirty="0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án</a:t>
            </a:r>
            <a:r>
              <a:rPr lang="en-US" sz="2900" dirty="0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,</a:t>
            </a:r>
          </a:p>
          <a:p>
            <a:pPr marL="514350" indent="-514350" algn="l">
              <a:buAutoNum type="arabicPeriod"/>
            </a:pPr>
            <a:r>
              <a:rPr lang="en-US" sz="2900" dirty="0" err="1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Xác</a:t>
            </a:r>
            <a:r>
              <a:rPr lang="en-US" sz="2900" dirty="0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định</a:t>
            </a:r>
            <a:r>
              <a:rPr lang="en-US" sz="2900" dirty="0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vòng</a:t>
            </a:r>
            <a:r>
              <a:rPr lang="en-US" sz="2900" dirty="0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đời</a:t>
            </a:r>
            <a:r>
              <a:rPr lang="en-US" sz="2900" dirty="0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của</a:t>
            </a:r>
            <a:r>
              <a:rPr lang="en-US" sz="2900" dirty="0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dự</a:t>
            </a:r>
            <a:r>
              <a:rPr lang="en-US" sz="2900" dirty="0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án</a:t>
            </a:r>
            <a:r>
              <a:rPr lang="en-US" sz="2900" dirty="0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,</a:t>
            </a:r>
          </a:p>
          <a:p>
            <a:pPr marL="514350" indent="-514350" algn="l">
              <a:buAutoNum type="arabicPeriod"/>
            </a:pPr>
            <a:r>
              <a:rPr lang="en-US" sz="2900" dirty="0" err="1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Xác</a:t>
            </a:r>
            <a:r>
              <a:rPr lang="en-US" sz="2900" dirty="0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định</a:t>
            </a:r>
            <a:r>
              <a:rPr lang="en-US" sz="2900" dirty="0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thông</a:t>
            </a:r>
            <a:r>
              <a:rPr lang="en-US" sz="2900" dirty="0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tin c</a:t>
            </a:r>
            <a:r>
              <a:rPr lang="vi-VN" sz="2900" dirty="0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ơ</a:t>
            </a:r>
            <a:r>
              <a:rPr lang="en-US" sz="2900" dirty="0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bản</a:t>
            </a:r>
            <a:r>
              <a:rPr lang="en-US" sz="2900" dirty="0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của</a:t>
            </a:r>
            <a:r>
              <a:rPr lang="en-US" sz="2900" dirty="0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dự</a:t>
            </a:r>
            <a:r>
              <a:rPr lang="en-US" sz="2900" dirty="0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án</a:t>
            </a:r>
            <a:r>
              <a:rPr lang="en-US" sz="2900" dirty="0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,</a:t>
            </a:r>
          </a:p>
          <a:p>
            <a:pPr marL="514350" indent="-514350" algn="l">
              <a:buAutoNum type="arabicPeriod"/>
            </a:pPr>
            <a:r>
              <a:rPr lang="en-US" sz="2900" dirty="0" err="1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Làm</a:t>
            </a:r>
            <a:r>
              <a:rPr lang="en-US" sz="2900" dirty="0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các</a:t>
            </a:r>
            <a:r>
              <a:rPr lang="en-US" sz="2900" dirty="0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Bảng</a:t>
            </a:r>
            <a:r>
              <a:rPr lang="en-US" sz="2900" dirty="0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tính</a:t>
            </a:r>
            <a:r>
              <a:rPr lang="en-US" sz="2900" dirty="0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trên</a:t>
            </a:r>
            <a:r>
              <a:rPr lang="en-US" sz="2900" dirty="0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excel</a:t>
            </a:r>
          </a:p>
          <a:p>
            <a:pPr marL="514350" indent="-514350" algn="l">
              <a:buAutoNum type="arabicPeriod"/>
            </a:pPr>
            <a:r>
              <a:rPr lang="en-US" sz="2900" dirty="0" err="1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Tính</a:t>
            </a:r>
            <a:r>
              <a:rPr lang="en-US" sz="2900" dirty="0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toán</a:t>
            </a:r>
            <a:r>
              <a:rPr lang="en-US" sz="2900" dirty="0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các</a:t>
            </a:r>
            <a:r>
              <a:rPr lang="en-US" sz="2900" dirty="0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chỉ</a:t>
            </a:r>
            <a:r>
              <a:rPr lang="en-US" sz="2900" dirty="0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tiêu</a:t>
            </a:r>
            <a:r>
              <a:rPr lang="en-US" sz="2900" dirty="0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đánh</a:t>
            </a:r>
            <a:r>
              <a:rPr lang="en-US" sz="2900" dirty="0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giá</a:t>
            </a:r>
            <a:r>
              <a:rPr lang="en-US" sz="2900" dirty="0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dự</a:t>
            </a:r>
            <a:r>
              <a:rPr lang="en-US" sz="2900" dirty="0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án</a:t>
            </a:r>
            <a:endParaRPr lang="en-US" sz="2900" dirty="0">
              <a:solidFill>
                <a:schemeClr val="tx2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514350" indent="-514350" algn="l">
              <a:buAutoNum type="arabicPeriod"/>
            </a:pPr>
            <a:r>
              <a:rPr lang="en-US" sz="2900" dirty="0" err="1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Phân</a:t>
            </a:r>
            <a:r>
              <a:rPr lang="en-US" sz="2900" dirty="0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tích</a:t>
            </a:r>
            <a:r>
              <a:rPr lang="en-US" sz="2900" dirty="0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rủi</a:t>
            </a:r>
            <a:r>
              <a:rPr lang="en-US" sz="2900" dirty="0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ro</a:t>
            </a:r>
            <a:r>
              <a:rPr lang="en-US" sz="2900" dirty="0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của</a:t>
            </a:r>
            <a:r>
              <a:rPr lang="en-US" sz="2900" dirty="0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dự</a:t>
            </a:r>
            <a:r>
              <a:rPr lang="en-US" sz="2900" dirty="0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án</a:t>
            </a:r>
            <a:endParaRPr lang="en-US" sz="2900" dirty="0">
              <a:solidFill>
                <a:schemeClr val="tx2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514350" indent="-514350" algn="l">
              <a:buAutoNum type="arabicPeriod"/>
            </a:pPr>
            <a:r>
              <a:rPr lang="en-US" sz="2900" dirty="0" err="1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Viết</a:t>
            </a:r>
            <a:r>
              <a:rPr lang="en-US" sz="2900" dirty="0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báo</a:t>
            </a:r>
            <a:r>
              <a:rPr lang="en-US" sz="2900" dirty="0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cáo</a:t>
            </a:r>
            <a:r>
              <a:rPr lang="en-US" sz="2900" dirty="0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dự</a:t>
            </a:r>
            <a:r>
              <a:rPr lang="en-US" sz="2900" dirty="0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án</a:t>
            </a:r>
            <a:r>
              <a:rPr lang="en-US" sz="2900" dirty="0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(word </a:t>
            </a:r>
            <a:r>
              <a:rPr lang="en-US" sz="2900" dirty="0" err="1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và</a:t>
            </a:r>
            <a:r>
              <a:rPr lang="en-US" sz="2900" dirty="0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excel)</a:t>
            </a:r>
          </a:p>
          <a:p>
            <a:pPr marL="514350" indent="-514350" algn="l">
              <a:buAutoNum type="arabicPeriod"/>
            </a:pPr>
            <a:r>
              <a:rPr lang="en-US" sz="2900" dirty="0" err="1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Viết</a:t>
            </a:r>
            <a:r>
              <a:rPr lang="en-US" sz="2900" dirty="0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bài</a:t>
            </a:r>
            <a:r>
              <a:rPr lang="en-US" sz="2900" dirty="0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trình</a:t>
            </a:r>
            <a:r>
              <a:rPr lang="en-US" sz="2900" dirty="0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bày</a:t>
            </a:r>
            <a:r>
              <a:rPr lang="en-US" sz="2900" dirty="0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(power point)</a:t>
            </a:r>
            <a:endParaRPr lang="en-US" sz="2800" b="1" dirty="0">
              <a:solidFill>
                <a:schemeClr val="tx2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514350" indent="-514350" algn="l">
              <a:buAutoNum type="arabicPeriod"/>
            </a:pPr>
            <a:endParaRPr lang="en-US" sz="2800" b="1" dirty="0">
              <a:solidFill>
                <a:schemeClr val="tx2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563D69-2330-75AD-0616-3795E77DE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7B556-8377-4720-940C-7E41F38464DB}" type="datetime1">
              <a:rPr lang="en-US" smtClean="0"/>
              <a:t>10/9/2025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1E9D1D-4FF5-8D9B-299A-ABBD65C51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Đặng Văn Thanh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172B23-8214-AD94-D9F6-C0C8CFD8F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FCDED-1E5E-4654-9E00-2C062F527C2C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4399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600" y="692696"/>
            <a:ext cx="6800800" cy="936104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sz="32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dự</a:t>
            </a: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án</a:t>
            </a:r>
            <a:endParaRPr lang="en-US" sz="32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5576" y="1556792"/>
            <a:ext cx="8208912" cy="432392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án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nhóm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thuộc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lãnh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vực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xuất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-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Thương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mại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-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sở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án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0" indent="0">
              <a:buNone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án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mà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viên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hiểu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biết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nó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nhiều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khả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tiếp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cận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tốt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buFontTx/>
              <a:buChar char="-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án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đình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hay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nhân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đang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Tx/>
              <a:buChar char="-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Những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án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phổ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biến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dễ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tiếp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cận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dễ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thập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2845A3-DD67-3C13-4F6C-3EDB5A065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CA752-289D-4625-B0DF-31E9EECD6A11}" type="datetime1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2576CA-D5AE-A5E3-6B45-11DC0A6B3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Đặng Văn Thanh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58FE86-75A3-35C3-A16A-03809C820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FCDED-1E5E-4654-9E00-2C062F527C2C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24048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600" y="692696"/>
            <a:ext cx="6800800" cy="936104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sz="32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dự</a:t>
            </a: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án</a:t>
            </a:r>
            <a:endParaRPr lang="en-US" sz="32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608" y="2060848"/>
            <a:ext cx="7000800" cy="432392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án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gì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 </a:t>
            </a:r>
          </a:p>
          <a:p>
            <a:pPr marL="0" indent="0">
              <a:buNone/>
            </a:pP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hay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nhiều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 </a:t>
            </a:r>
          </a:p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xuất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vi-V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chế biến thủy sản, đồ hộp,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quần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áo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túi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xách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….)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-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Thương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cửa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giày</a:t>
            </a:r>
            <a:r>
              <a:rPr lang="vi-V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dép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quần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áo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vi-V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siêu thị mini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…) 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-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nhà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trọ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cửa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cà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phê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cửa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ăn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shop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tươi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…)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2018E6-18D9-7A86-17DF-C32ED7487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3FF45-464F-48DB-B476-1E50D5587576}" type="datetime1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99F347-A04B-18B9-84D9-6DC933C95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Đặng Văn Thanh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EA7117-1A26-418A-685D-D53815733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FCDED-1E5E-4654-9E00-2C062F527C2C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33683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600" y="692696"/>
            <a:ext cx="6800800" cy="936104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sz="32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vòng</a:t>
            </a: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đời</a:t>
            </a: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dự</a:t>
            </a: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án</a:t>
            </a:r>
            <a:endParaRPr lang="en-US" sz="32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59632" y="1844824"/>
            <a:ext cx="5832648" cy="352839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Vòng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đời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án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bao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nhiêu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năm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 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kiến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tư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lâu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kiến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Thanh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án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lúc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nào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AF222C-FE62-77A3-9F6E-F1A7E4203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EBF75-F88F-4E5D-8290-4706C1B77E31}" type="datetime1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774444-024E-91E0-84BA-EBDF6A09AF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Đặng Văn Thanh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738C67-842A-33E7-4C53-2A7B7801F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FCDED-1E5E-4654-9E00-2C062F527C2C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74477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245" y="404664"/>
            <a:ext cx="8892480" cy="936104"/>
          </a:xfrm>
        </p:spPr>
        <p:txBody>
          <a:bodyPr>
            <a:normAutofit fontScale="90000"/>
          </a:bodyPr>
          <a:lstStyle/>
          <a:p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US" sz="32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tin c</a:t>
            </a:r>
            <a:r>
              <a:rPr lang="vi-VN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ơ</a:t>
            </a: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dự</a:t>
            </a: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án</a:t>
            </a: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32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Bảng</a:t>
            </a: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1600" y="1844824"/>
            <a:ext cx="7776864" cy="396044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4.1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đoạn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tư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Char char="-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hạng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mục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tư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gì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 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đất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đai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nhà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xưởng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mặt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máy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móc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cụ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…)</a:t>
            </a:r>
          </a:p>
          <a:p>
            <a:pPr>
              <a:buFontTx/>
              <a:buChar char="-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cả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hạng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mục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tư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hay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thuê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bao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nhiêu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 =&gt;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tổng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vốn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tư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vi-V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Char char="-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kiến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bao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nhiêu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Lãi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suất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>
              <a:buFontTx/>
              <a:buChar char="-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đời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tế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tư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khấu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bổ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56110F-7627-53C1-DA9A-0D8485329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E5B76-93AF-4EAA-937F-58DB01AF46C9}" type="datetime1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6DAF16-6B0F-3479-4452-E58461DAF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Đặng Văn Thanh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34D12E-84B1-7793-A337-A98A4C4FD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FCDED-1E5E-4654-9E00-2C062F527C2C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91691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892480" cy="936104"/>
          </a:xfrm>
        </p:spPr>
        <p:txBody>
          <a:bodyPr>
            <a:normAutofit fontScale="90000"/>
          </a:bodyPr>
          <a:lstStyle/>
          <a:p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US" sz="32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tin c</a:t>
            </a:r>
            <a:r>
              <a:rPr lang="vi-VN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ơ</a:t>
            </a: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dự</a:t>
            </a: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án</a:t>
            </a: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32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Bảng</a:t>
            </a: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552" y="1340768"/>
            <a:ext cx="8424936" cy="532859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4.2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đoạn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Ước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án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doanh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ngân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án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Tx/>
              <a:buChar char="-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kiến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xuất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tiêu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thụ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án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Tx/>
              <a:buChar char="-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kiến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cả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tiêu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thụ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án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Tx/>
              <a:buChar char="-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án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tồn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 </a:t>
            </a:r>
            <a:r>
              <a:rPr lang="vi-V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ớc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tỷ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lệ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tồn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xuất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>
              <a:buFontTx/>
              <a:buChar char="-"/>
            </a:pP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Nếu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thì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chi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phí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xuất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cũng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vốn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bán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(COGS)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làm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COGS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trước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làm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Báo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cáo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>
              <a:buFontTx/>
              <a:buChar char="-"/>
            </a:pP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Nếu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thì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chi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phí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xuất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khác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vốn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bán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(COGS)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bắt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buộc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làm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COGS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trước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làm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Báo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cáo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Char char="-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767155-B09C-39D0-F8C9-57C935FA4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CE37F-309A-4502-AE8A-B55715EFB1AB}" type="datetime1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943E9E-1605-D5BC-35E6-439C70C49A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Đặng Văn Thanh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F4FB5-5FCD-DE56-83CA-891F2DD04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FCDED-1E5E-4654-9E00-2C062F527C2C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88194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6206" y="332656"/>
            <a:ext cx="8964488" cy="936104"/>
          </a:xfrm>
        </p:spPr>
        <p:txBody>
          <a:bodyPr>
            <a:normAutofit fontScale="90000"/>
          </a:bodyPr>
          <a:lstStyle/>
          <a:p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US" sz="32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tin c</a:t>
            </a:r>
            <a:r>
              <a:rPr lang="vi-VN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ơ</a:t>
            </a: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dự</a:t>
            </a: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án</a:t>
            </a: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32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Bảng</a:t>
            </a: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5616" y="1484784"/>
            <a:ext cx="7560840" cy="381642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4.2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đoạn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Ước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án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doanh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ngân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án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Tx/>
              <a:buChar char="-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án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khoản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bán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chịu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Ước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tỷ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lệ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khoản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doanh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nhiêu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%?</a:t>
            </a:r>
          </a:p>
          <a:p>
            <a:pPr lvl="1">
              <a:buFontTx/>
              <a:buChar char="-"/>
            </a:pP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Nếu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thì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doanh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cũng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>
              <a:buFontTx/>
              <a:buChar char="-"/>
            </a:pP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Nếu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thì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doanh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khác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ngân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lưu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sẽ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dòng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latin typeface="Symbol" panose="05050102010706020507" pitchFamily="18" charset="2"/>
                <a:cs typeface="Times New Roman" panose="02020603050405020304" pitchFamily="18" charset="0"/>
              </a:rPr>
              <a:t>D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dòng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doanh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chỉnh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doanh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Char char="-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230B28-7E41-200E-639B-12A0FB5D6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D9C22-1653-4D6C-97AD-CDADDDCA1D4B}" type="datetime1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348C5F-FE54-DD6B-3856-832F6B430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Đặng Văn Thanh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839E97-4C43-C1B2-4F8B-1BAF33BDE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FCDED-1E5E-4654-9E00-2C062F527C2C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1685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498" y="332656"/>
            <a:ext cx="8892480" cy="936104"/>
          </a:xfrm>
        </p:spPr>
        <p:txBody>
          <a:bodyPr>
            <a:normAutofit fontScale="90000"/>
          </a:bodyPr>
          <a:lstStyle/>
          <a:p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US" sz="32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tin c</a:t>
            </a:r>
            <a:r>
              <a:rPr lang="vi-VN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ơ</a:t>
            </a: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dự</a:t>
            </a: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án</a:t>
            </a: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32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Bảng</a:t>
            </a: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584" y="1772816"/>
            <a:ext cx="8208912" cy="439248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4.2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đoạn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Ước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án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chi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phí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ngân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án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Tx/>
              <a:buChar char="-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kê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tất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cả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yếu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tố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án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nguyên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vật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phụ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nước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bì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….)</a:t>
            </a:r>
          </a:p>
          <a:p>
            <a:pPr>
              <a:buFontTx/>
              <a:buChar char="-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kiến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cả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mỗi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loại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yếu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tố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án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qua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Tx/>
              <a:buChar char="-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án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khoản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trả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chịu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yếu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tố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nhiêu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%?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Căn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cứ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chi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phí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yếu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tố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nào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9F9516-FBDD-6073-2631-CEDA29292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1C2A3-98D0-467F-A98E-E50DD75608BF}" type="datetime1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903302-622C-496D-8147-1BEC8F25FE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Đặng Văn Thanh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27995-69D7-A18A-021E-3CE14CD30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FCDED-1E5E-4654-9E00-2C062F527C2C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34206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332656"/>
            <a:ext cx="8964488" cy="936104"/>
          </a:xfrm>
        </p:spPr>
        <p:txBody>
          <a:bodyPr>
            <a:normAutofit fontScale="90000"/>
          </a:bodyPr>
          <a:lstStyle/>
          <a:p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US" sz="32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tin c</a:t>
            </a:r>
            <a:r>
              <a:rPr lang="vi-VN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ơ</a:t>
            </a: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dự</a:t>
            </a: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án</a:t>
            </a: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32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Bảng</a:t>
            </a: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1600" y="1772816"/>
            <a:ext cx="8064896" cy="439248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4.3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Những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tổng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quát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khác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Char char="-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Tỷ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lệ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trữ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tiền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mặt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>
              <a:buFontTx/>
              <a:buChar char="-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án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thuế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tăng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>
              <a:buFontTx/>
              <a:buChar char="-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án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nộp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thuế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doanh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nghiệp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hay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loại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thuế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gì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>
              <a:buFontTx/>
              <a:buChar char="-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kiến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tỷ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lệ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lạm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Nếu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nhiêu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%?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EF9333-B4B7-F3A7-DF50-E57A2DF8A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486C2-B262-46FD-AAEC-FD62FDEAD9E8}" type="datetime1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46AB59-0D83-7B3F-4405-DA5CBF7A0A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Đặng Văn Thanh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EFD541-2622-AC7E-DE2B-DCFD1CC9B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FCDED-1E5E-4654-9E00-2C062F527C2C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51600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600" y="188640"/>
            <a:ext cx="6800800" cy="936104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</a:t>
            </a:r>
            <a:r>
              <a:rPr lang="en-US" sz="32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Làm</a:t>
            </a: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bảng</a:t>
            </a: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excel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1124744"/>
            <a:ext cx="8856984" cy="5184576"/>
          </a:xfrm>
        </p:spPr>
        <p:txBody>
          <a:bodyPr>
            <a:noAutofit/>
          </a:bodyPr>
          <a:lstStyle/>
          <a:p>
            <a:pPr>
              <a:buFontTx/>
              <a:buChar char="-"/>
            </a:pP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Bảng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Char char="-"/>
            </a:pP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Lịch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tư</a:t>
            </a: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Char char="-"/>
            </a:pP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Lịch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khấu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hao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từng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loại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Char char="-"/>
            </a:pP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xuất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tồn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kho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tiêu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thụ</a:t>
            </a: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Char char="-"/>
            </a:pP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Bảng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doanh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</a:t>
            </a: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Char char="-"/>
            </a:pP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Bảng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chi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phí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nguyên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vật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Char char="-"/>
            </a:pP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Bảng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chi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phí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tiền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lương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FontTx/>
              <a:buChar char="-"/>
            </a:pP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Bảng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Chi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phí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xuất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vốn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bán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nếu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tồn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kho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buFontTx/>
              <a:buChar char="-"/>
            </a:pP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Lịch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vay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trả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nợ</a:t>
            </a: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Char char="-"/>
            </a:pP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Báo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cáo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Char char="-"/>
            </a:pP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Bảng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vốn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lưu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thay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vốn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lưu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300" dirty="0">
                <a:latin typeface="Symbol" panose="05050102010706020507" pitchFamily="18" charset="2"/>
                <a:ea typeface="Segoe UI Symbol" panose="020B0502040204020203" pitchFamily="34" charset="0"/>
                <a:cs typeface="Times New Roman" panose="02020603050405020304" pitchFamily="18" charset="0"/>
              </a:rPr>
              <a:t>D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AR, </a:t>
            </a:r>
            <a:r>
              <a:rPr lang="en-US" sz="2300" dirty="0">
                <a:latin typeface="Symbol" panose="05050102010706020507" pitchFamily="18" charset="2"/>
                <a:cs typeface="Times New Roman" panose="02020603050405020304" pitchFamily="18" charset="0"/>
              </a:rPr>
              <a:t>D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AP, </a:t>
            </a:r>
            <a:r>
              <a:rPr lang="en-US" sz="2300" dirty="0">
                <a:latin typeface="Symbol" panose="05050102010706020507" pitchFamily="18" charset="2"/>
                <a:cs typeface="Times New Roman" panose="02020603050405020304" pitchFamily="18" charset="0"/>
              </a:rPr>
              <a:t>D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CB)</a:t>
            </a:r>
          </a:p>
          <a:p>
            <a:pPr>
              <a:buFontTx/>
              <a:buChar char="-"/>
            </a:pP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Báo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cáo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ngân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lưu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(TIPV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EPV)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7820EB-EAAA-7C4C-9FA5-C2FB40048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3F5BC-F7DD-4A64-9C70-79585C170FDB}" type="datetime1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B9CA83-D916-5775-D602-F18DD4F4B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Đặng Văn Thanh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A0911D-3940-A3A9-88CF-75926759C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FCDED-1E5E-4654-9E00-2C062F527C2C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48822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600" y="836712"/>
            <a:ext cx="6800800" cy="936104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 </a:t>
            </a:r>
            <a:r>
              <a:rPr lang="en-US" sz="32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chỉ</a:t>
            </a: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tiêu</a:t>
            </a: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đánh</a:t>
            </a: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dự</a:t>
            </a: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án</a:t>
            </a:r>
            <a:endParaRPr lang="en-US" sz="32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5616" y="2060848"/>
            <a:ext cx="6984776" cy="3092374"/>
          </a:xfrm>
        </p:spPr>
        <p:txBody>
          <a:bodyPr>
            <a:noAutofit/>
          </a:bodyPr>
          <a:lstStyle/>
          <a:p>
            <a:pPr>
              <a:buFontTx/>
              <a:buChar char="-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</a:t>
            </a:r>
            <a:r>
              <a:rPr 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24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FontTx/>
              <a:buChar char="-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wacc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qua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wacc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bình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quân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Char char="-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NPV, IRR, DPP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DSCR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TIPV</a:t>
            </a:r>
          </a:p>
          <a:p>
            <a:pPr>
              <a:buFontTx/>
              <a:buChar char="-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NPV, IRR, DPP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EPV</a:t>
            </a:r>
          </a:p>
          <a:p>
            <a:pPr>
              <a:buFontTx/>
              <a:buChar char="-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Char char="-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D52B1F-CA06-B7E9-2277-4969F5BC0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D8012-B302-4C94-806C-17C99F53AB12}" type="datetime1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6820C3-F03B-970A-D30B-BBF40CEB7B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Đặng Văn Thanh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EB1C45-73B5-1111-8E74-3D5781EFB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FCDED-1E5E-4654-9E00-2C062F527C2C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42103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600" y="836712"/>
            <a:ext cx="6800800" cy="936104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7. </a:t>
            </a:r>
            <a:r>
              <a:rPr lang="en-US" sz="32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rủi</a:t>
            </a: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</a:t>
            </a:r>
            <a:endParaRPr lang="en-US" sz="32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5616" y="2060848"/>
            <a:ext cx="6656784" cy="3092374"/>
          </a:xfrm>
        </p:spPr>
        <p:txBody>
          <a:bodyPr>
            <a:noAutofit/>
          </a:bodyPr>
          <a:lstStyle/>
          <a:p>
            <a:pPr>
              <a:buFontTx/>
              <a:buChar char="-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biến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rủi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án</a:t>
            </a:r>
            <a:endParaRPr lang="en-US" sz="24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Char char="-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nhạy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chiều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chiều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Char char="-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kịch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Char char="-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phỏng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mềm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crystal-ball</a:t>
            </a:r>
          </a:p>
          <a:p>
            <a:pPr>
              <a:buFontTx/>
              <a:buChar char="-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Char char="-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6A332E-251F-131E-2B61-84F0C52481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65DBA-E7C2-4975-9261-2C769729EA3B}" type="datetime1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0C61B6-1F91-084E-9B54-DA8AC33693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Đặng Văn Thanh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53CECE-F79C-7907-7DFE-B03D4C2A2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FCDED-1E5E-4654-9E00-2C062F527C2C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07482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600" y="836712"/>
            <a:ext cx="6800800" cy="936104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8. </a:t>
            </a:r>
            <a:r>
              <a:rPr lang="en-US" sz="32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Viết</a:t>
            </a: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báo</a:t>
            </a: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cáo</a:t>
            </a: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dự</a:t>
            </a: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án</a:t>
            </a: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32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nội</a:t>
            </a: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dung)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5576" y="1628800"/>
            <a:ext cx="8136904" cy="4752528"/>
          </a:xfrm>
        </p:spPr>
        <p:txBody>
          <a:bodyPr>
            <a:noAutofit/>
          </a:bodyPr>
          <a:lstStyle/>
          <a:p>
            <a:pPr>
              <a:buFontTx/>
              <a:buChar char="-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Mở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Giới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thiệu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tổng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quát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án</a:t>
            </a:r>
            <a:endParaRPr lang="en-US" sz="24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Char char="-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thị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trường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nhu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cầu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xã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hội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đối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thủ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cạnh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SWOT…)</a:t>
            </a:r>
          </a:p>
          <a:p>
            <a:pPr>
              <a:buFontTx/>
              <a:buChar char="-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kỹ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thuật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xuất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chất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yêu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cầu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nguồn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chất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yếu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tố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xử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chất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thải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phòng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cháy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chữa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cháy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…)</a:t>
            </a:r>
          </a:p>
          <a:p>
            <a:pPr>
              <a:buFontTx/>
              <a:buChar char="-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nhân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lực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yêu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cầu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loại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lao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sách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tiền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lương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bảo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hiểm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…)</a:t>
            </a:r>
          </a:p>
          <a:p>
            <a:pPr>
              <a:buFontTx/>
              <a:buChar char="-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4: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vốn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nguồn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vốn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báo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cáo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chỉ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tiêu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đo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lường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án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…)</a:t>
            </a:r>
          </a:p>
          <a:p>
            <a:pPr>
              <a:buFontTx/>
              <a:buChar char="-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5: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rủi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đánh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mức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rủi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án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Char char="-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luận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1C6C32-A01B-66A8-4695-0123048E3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5ED44-313E-4047-BA76-C8E27A7A885C}" type="datetime1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5451AD-9FFF-4AB7-CC8E-FACC6AB846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Đặng Văn Thanh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93667C-9920-048E-4F44-DED42A57F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FCDED-1E5E-4654-9E00-2C062F527C2C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4825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600" y="836712"/>
            <a:ext cx="6800800" cy="936104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8. </a:t>
            </a:r>
            <a:r>
              <a:rPr lang="en-US" sz="32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Viết</a:t>
            </a: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báo</a:t>
            </a: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cáo</a:t>
            </a: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dự</a:t>
            </a: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án</a:t>
            </a: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32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5616" y="2204864"/>
            <a:ext cx="6912768" cy="3528392"/>
          </a:xfrm>
        </p:spPr>
        <p:txBody>
          <a:bodyPr>
            <a:noAutofit/>
          </a:bodyPr>
          <a:lstStyle/>
          <a:p>
            <a:pPr>
              <a:buFontTx/>
              <a:buChar char="-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Mục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lục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ở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buFontTx/>
              <a:buChar char="-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khảo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ở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cuối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buFontTx/>
              <a:buChar char="-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Phụ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lục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toàn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excel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ở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cuối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cùng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copy 2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báo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báo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báo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ngân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Char char="-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BF5332-7D50-DC22-EF5F-D92D022D38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D3D04-28D8-4977-9C75-AA4173F6ACBE}" type="datetime1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6BEC84-D52A-B189-4650-71ED6DFD9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Đặng Văn Thanh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B4AF7C-AEB4-C6D8-7FFB-61D247D63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FCDED-1E5E-4654-9E00-2C062F527C2C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08329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1273</TotalTime>
  <Words>1384</Words>
  <Application>Microsoft Office PowerPoint</Application>
  <PresentationFormat>On-screen Show (4:3)</PresentationFormat>
  <Paragraphs>144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Aptos</vt:lpstr>
      <vt:lpstr>Arial</vt:lpstr>
      <vt:lpstr>Calibri</vt:lpstr>
      <vt:lpstr>Symbol</vt:lpstr>
      <vt:lpstr>Times New Roman</vt:lpstr>
      <vt:lpstr>Office Theme</vt:lpstr>
      <vt:lpstr>  HƯỚNG DẪN THỰC HIỆN  BÀI TẬP NHÓM</vt:lpstr>
      <vt:lpstr>  HƯỚNG DẪN THỰC HIỆN BÀI TẬP NHÓM</vt:lpstr>
      <vt:lpstr>1. Xác định dự án</vt:lpstr>
      <vt:lpstr>2. Xác định sản phẩm của dự án</vt:lpstr>
      <vt:lpstr>3. Xác định vòng đời của dự án</vt:lpstr>
      <vt:lpstr>4. Xác định thông tin cơ bản của dự án (Bảng thông số)</vt:lpstr>
      <vt:lpstr>4. Xác định thông tin cơ bản của dự án (Bảng thông số)</vt:lpstr>
      <vt:lpstr>4. Xác định thông tin cơ bản của dự án (Bảng thông số)</vt:lpstr>
      <vt:lpstr>4. Xác định thông tin cơ bản của dự án (Bảng thông số)</vt:lpstr>
      <vt:lpstr>4. Xác định thông tin cơ bản của dự án (Bảng thông số)</vt:lpstr>
      <vt:lpstr>5. Làm các bảng tính trên excel</vt:lpstr>
      <vt:lpstr>6. Tính các chỉ tiêu đánh giá dự án</vt:lpstr>
      <vt:lpstr>7. Phân tích rủi ro</vt:lpstr>
      <vt:lpstr>8. Viết báo cáo dự án (nội dung)</vt:lpstr>
      <vt:lpstr>8. Viết báo cáo dự án (hình thức)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Triển khai môn học online</dc:title>
  <dc:creator>Duc</dc:creator>
  <cp:lastModifiedBy>Dang Van Thanh</cp:lastModifiedBy>
  <cp:revision>158</cp:revision>
  <dcterms:created xsi:type="dcterms:W3CDTF">2014-08-26T14:21:26Z</dcterms:created>
  <dcterms:modified xsi:type="dcterms:W3CDTF">2025-10-09T13:46:58Z</dcterms:modified>
</cp:coreProperties>
</file>